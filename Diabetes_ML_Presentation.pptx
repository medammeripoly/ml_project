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SVM 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72.73</c:v>
                </c:pt>
                <c:pt idx="1">
                  <c:v>72.73</c:v>
                </c:pt>
                <c:pt idx="2">
                  <c:v>73.38</c:v>
                </c:pt>
                <c:pt idx="3">
                  <c:v>75.97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70"/>
        </c:scaling>
        <c:delete val="0"/>
        <c:axPos val="l"/>
        <c:majorGridlines>
          <c:spPr>
            <a:ln w="635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Pregnancies</c:v>
                  </c:pt>
                  <c:pt idx="4">
                    <c:v>Insulin</c:v>
                  </c:pt>
                  <c:pt idx="5">
                    <c:v>DiabetesPedigree</c:v>
                  </c:pt>
                  <c:pt idx="6">
                    <c:v>BloodPressure</c:v>
                  </c:pt>
                  <c:pt idx="7">
                    <c:v>SkinThickness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</c:v>
                </c:pt>
                <c:pt idx="1">
                  <c:v>0.16</c:v>
                </c:pt>
                <c:pt idx="2">
                  <c:v>0.15</c:v>
                </c:pt>
                <c:pt idx="3">
                  <c:v>0.12</c:v>
                </c:pt>
                <c:pt idx="4">
                  <c:v>0.11</c:v>
                </c:pt>
                <c:pt idx="5">
                  <c:v>0.1</c:v>
                </c:pt>
                <c:pt idx="6">
                  <c:v>0.09</c:v>
                </c:pt>
                <c:pt idx="7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: Présenter le projet, le contexte médical et le dataset choisi.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: Expliquer pourquoi ce sujet est important. Le diabète touche 537M personnes. Un diagnostic précoce peut sauver des vies.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: Présenter les 8 features du dataset. Insister sur la corrélation du Glucose et le déséquilibre des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: Expliquer pourquoi on a remplacé les zéros par la médiane (pas la moyenne car sensible aux outliers). Les 3 nouvelles features sont justifiées médicalement.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: Expliquer brièvement chaque modèle. Pour le SVM : il cherche l'hyperplan qui maximise la marge entre les deux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: SVM donne la meilleure accuracy de 75.97%. Expliquer que le SVM est efficace car les données sont normalisées et il maximise la marge entre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: Le Glucose est de loin le facteur le plus important — cohérent avec la médecine. Conclure sur les perspectives d'amélioration.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ML Predictor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Diabète par Machine Learning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3832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E74C3C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Meilleur modèle : SVM — 75.97%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</a:t>
            </a:r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(Kaggle/UCI)  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Encadrant : </a:t>
            </a:r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Abdallah Khemais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diabétiques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monde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dataset sont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diabétiques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du projet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 modèle ML capable de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automatiquement 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patient est diabétique ou non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mesures médicales simples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sans examen invasif.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Analyse Exploratoire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1148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glucose (mg/dL)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de masse corporelle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du patient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d'insuline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 artérielle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grossesses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Historique familial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: 0/1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100584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Observations clés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37760" y="1554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Glucose : corrélation la plus forte avec Outcome (r = 0.47)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7760" y="2331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Dataset déséquilibré : 65.1% non-diabétiques vs 34.9% diabétiques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3108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Valeurs zéro biologiquement impossibles détectées (Insulin : 48.7%)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BMI et Age sont les 2ème et 3ème features les plus corrélées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Nettoyage des données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Zéros biologiquement impossibles → remplacés par la médiane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365760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nouvelles features créées à partir des données existantes 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19659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2267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&gt; 30 → 1, sinon 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0" y="2697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HighGlucose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&gt; 125 → 1, sinon 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37760" y="34290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AgeGroup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&lt;30→0, 30-45→1, &gt;45→2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C2128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Split : 80% Train (614 lignes) | 20% Test (154 lignes) | Normalisation : StandardScaler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Machine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Logistic Regression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de classification. Baseline simple et interprétable.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d'arbres de décision. Robuste aux données bruitées.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SVM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la marge entre les classes. Très efficace sur données normalisées.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30175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XGBoost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optimisé. Puissant pour la classification tabulaire.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Tous les modèles entraînés sur les mêmes données normalisées pour une comparaison équitable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Comparaison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14400"/>
          <a:ext cx="320040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548640"/>
                <a:gridCol w="548640"/>
                <a:gridCol w="365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Rnd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3383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A0F0F"/>
          </a:solidFill>
          <a:ln/>
          <a:effectLst>
            <a:outerShdw sx="100000" sy="100000" kx="0" ky="0" algn="bl" rotWithShape="0" blurRad="127000" dist="50800" dir="2700000">
              <a:srgbClr val="E74C3C">
                <a:alpha val="4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76072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Meilleur modèle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76072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75.97%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Conclusion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91440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0876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0" y="1490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est le facteur le plus prédictif (28%)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01168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0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sélectionné : meilleur accuracy 75.97%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51460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3600" y="2496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 amélioré les résultats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01752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943600" y="2999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interactive développée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520440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943600" y="3502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sauvegardé et reproductible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C2128"/>
          </a:solidFill>
          <a:ln/>
        </p:spPr>
      </p:sp>
      <p:sp>
        <p:nvSpPr>
          <p:cNvPr id="17" name="Text 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 : Deep Learning (LSTM) | Déploiement Streamlit | Données Tunisiennes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ML Predictor</dc:title>
  <dc:subject>PptxGenJS Presentation</dc:subject>
  <dc:creator>Walaa</dc:creator>
  <cp:lastModifiedBy>Walaa</cp:lastModifiedBy>
  <cp:revision>1</cp:revision>
  <dcterms:created xsi:type="dcterms:W3CDTF">2026-06-22T12:23:19Z</dcterms:created>
  <dcterms:modified xsi:type="dcterms:W3CDTF">2026-06-22T12:23:19Z</dcterms:modified>
</cp:coreProperties>
</file>